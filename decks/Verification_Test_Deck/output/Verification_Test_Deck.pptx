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FSPSlideDecks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slide generation for AI agents.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Checking for quality and consistency.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